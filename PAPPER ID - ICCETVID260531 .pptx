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3" r:id="rId2"/>
    <p:sldId id="256" r:id="rId3"/>
    <p:sldId id="257" r:id="rId4"/>
    <p:sldId id="258" r:id="rId5"/>
    <p:sldId id="265" r:id="rId6"/>
    <p:sldId id="269" r:id="rId7"/>
    <p:sldId id="266" r:id="rId8"/>
    <p:sldId id="267" r:id="rId9"/>
    <p:sldId id="268" r:id="rId10"/>
    <p:sldId id="260" r:id="rId11"/>
    <p:sldId id="261" r:id="rId12"/>
    <p:sldId id="270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148E2-26C9-B747-8C09-FF20D705BD2B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C1023F-B7BD-EF48-BCB0-D43D83401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573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77280" y="313277"/>
            <a:ext cx="8789439" cy="102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SzPct val="220000"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ERODE SENGUNTHAR ENGINEERING COLLEGE</a:t>
            </a:r>
            <a:b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(AUTONOMOUS)</a:t>
            </a:r>
            <a:b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Perundurai, Erode – 638 057</a:t>
            </a:r>
            <a:b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386882" y="1823420"/>
            <a:ext cx="8424936" cy="4715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 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19IT801 – PROJECT</a:t>
            </a:r>
            <a:endParaRPr 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(FIRST REVIEW)</a:t>
            </a: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BATCH-09</a:t>
            </a:r>
            <a:endParaRPr lang="en-US" sz="2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ct val="100000"/>
            </a:pPr>
            <a:endParaRPr sz="22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BY,                                      </a:t>
            </a:r>
          </a:p>
          <a:p>
            <a:pPr marL="0" lvl="0" indent="0" algn="l">
              <a:spcBef>
                <a:spcPts val="480"/>
              </a:spcBef>
              <a:buClr>
                <a:schemeClr val="dk1"/>
              </a:buClr>
              <a:buSzPct val="100000"/>
            </a:pPr>
            <a:r>
              <a:rPr lang="en-US" sz="24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</a:t>
            </a: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S.MUTHUSAMY, AP/IT                                                         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</a:t>
            </a:r>
            <a:r>
              <a:rPr 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 algn="l">
              <a:spcBef>
                <a:spcPts val="480"/>
              </a:spcBef>
              <a:buClr>
                <a:schemeClr val="dk1"/>
              </a:buClr>
              <a:buSzPct val="100000"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		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1.Nithishkumar P</a:t>
            </a:r>
            <a:r>
              <a:rPr lang="en-GB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-730422205073</a:t>
            </a:r>
            <a:endParaRPr dirty="0"/>
          </a:p>
          <a:p>
            <a:pPr lvl="0" algn="l">
              <a:spcBef>
                <a:spcPts val="480"/>
              </a:spcBef>
              <a:buClr>
                <a:schemeClr val="dk1"/>
              </a:buClr>
              <a:buSzPct val="100000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	2.Subash P			</a:t>
            </a:r>
            <a:r>
              <a:rPr lang="en-GB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-730422205104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	3.Varghese A 		</a:t>
            </a:r>
            <a:r>
              <a:rPr lang="en-GB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-730422205120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	4.Varunraja V		-730422205121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6804" y="583195"/>
            <a:ext cx="1147699" cy="1028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02013" y="583195"/>
            <a:ext cx="1440000" cy="10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2284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4297" y="1376517"/>
            <a:ext cx="8406579" cy="2536722"/>
          </a:xfrm>
        </p:spPr>
        <p:txBody>
          <a:bodyPr>
            <a:no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 VULNERABILITY SCANNER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web vulnerability scanning platform.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SQL Injection, XSS, CSRF and misconfigurations.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and subdomain based scanning.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professional security reports.</a:t>
            </a:r>
          </a:p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mitigation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are widely used in banking, healthcare, education and e‑commerce.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insecure coding practices and poor validation, they are vulnerable to attacks.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require automated tools to detect vulnerabilities before attackers exploit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63CF-3C7E-8CCC-5788-3F7013D4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2BB55-1DC1-8870-9BBD-666E9C7F0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are frequent cyberattack targets.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penetration testing is slow and expensive.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lack automated vulnerability detection tools.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assessment must be continuous and scalable.</a:t>
            </a:r>
          </a:p>
        </p:txBody>
      </p:sp>
    </p:spTree>
    <p:extLst>
      <p:ext uri="{BB962C8B-B14F-4D97-AF65-F5344CB8AC3E}">
        <p14:creationId xmlns:p14="http://schemas.microsoft.com/office/powerpoint/2010/main" val="136945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17AE-67B2-A94E-F682-82376B4C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8A6C-80CF-DDAC-A900-7AE4195A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1BB9-9BC0-3F6F-70A3-00B7D8FFF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web security testing used manual penetration testing and code analysis.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scanners were developed to detect vulnerabilities faster.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like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Acunetix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Burp Suite help find security issues.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testing (DAST) scans running web applications for attacks.</a:t>
            </a:r>
          </a:p>
        </p:txBody>
      </p:sp>
    </p:spTree>
    <p:extLst>
      <p:ext uri="{BB962C8B-B14F-4D97-AF65-F5344CB8AC3E}">
        <p14:creationId xmlns:p14="http://schemas.microsoft.com/office/powerpoint/2010/main" val="88312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458C1-AD69-EBE6-B8D7-44558917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2E89-FB22-0E5F-1EF2-6B36DDD6C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Security testing is mostly done manually by security experts.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Manual penetration testing is time-consuming and costly.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Small and medium companies often cannot afford professional security audits.</a:t>
            </a:r>
          </a:p>
          <a:p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Vulnerabilities may remain undetected until after deployment.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44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9D41-9C0C-2DCF-C41A-C4186A13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540E-FA04-BE8F-4111-4F12DDCCE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Web Application Vulnerability Scanner.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and subdomain scanning capability.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crawling and payload injection.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Real‑time vulnerability detection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70215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9173B-5DCD-791D-6726-6C37AA941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28F7-2D36-A05F-F131-DDB633AF6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ADDED</a:t>
            </a:r>
            <a:endParaRPr lang="en-IN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B75CE-22D1-C282-61BC-5B5F27F8C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based vulnerability scanning.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Subdomain discovery and scanning.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crawling engine.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reporting system.</a:t>
            </a:r>
          </a:p>
        </p:txBody>
      </p:sp>
    </p:spTree>
    <p:extLst>
      <p:ext uri="{BB962C8B-B14F-4D97-AF65-F5344CB8AC3E}">
        <p14:creationId xmlns:p14="http://schemas.microsoft.com/office/powerpoint/2010/main" val="1642646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JavaScript, Bootstrap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Flask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JWT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tasks: Celery + Redis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automated vulnerability scanning framework.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detection of common web vulnerabilities.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ready for advanced feature integration.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3CA0-54C3-E6CA-0C85-C38E0599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2875-E73D-E2DA-71C5-515E25B6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32F8B-ED9A-D2F7-1FC6-3A08F15E9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Bazzoli, C. Criscione, F. Maggi and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Zanero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“XSS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Systematic Analysis of Cross-Site Scripting Vulnerability Scanners,” IEEE Security and Privacy Workshops, 2014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Kumar Singh and S. Roy, “A Network Based Vulnerability Scanner for Detecting SQL Injection Attacks in Web Applications,” IEEE International 	Conference on Recent Advances in Information Technology, 2012.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M. Chen and C. L. Wu, “An Automated Vulnerability Scanner for Injection Attack Detection,” IEEE International Computer Symposium, 2010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Alata,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Kaaniche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Nicomette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Akrout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Clustering Approach for Web Vulnerabilities Detection,” Pacific Rim International Symposium on Dependable Computing, IEEE, 2011.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Fadlalla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H. T.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Elshoush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“Input Validation Vulnerabilities in Web Applications: Systematic Review and Classification,” IEEE Access, 2022.</a:t>
            </a:r>
          </a:p>
        </p:txBody>
      </p:sp>
    </p:spTree>
    <p:extLst>
      <p:ext uri="{BB962C8B-B14F-4D97-AF65-F5344CB8AC3E}">
        <p14:creationId xmlns:p14="http://schemas.microsoft.com/office/powerpoint/2010/main" val="806801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1917-D057-98CE-9687-7A4744E3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8347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118AF-0274-8467-6779-2528D8FCE34F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457200" y="7426796"/>
            <a:ext cx="8229600" cy="45719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746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554</Words>
  <Application>Microsoft Office PowerPoint</Application>
  <PresentationFormat>On-screen Show (4:3)</PresentationFormat>
  <Paragraphs>67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Times New Roman</vt:lpstr>
      <vt:lpstr>Office Theme</vt:lpstr>
      <vt:lpstr>ERODE SENGUNTHAR ENGINEERING COLLEGE (AUTONOMOUS) Perundurai, Erode – 638 057 </vt:lpstr>
      <vt:lpstr>WEB APPLICATION VULNERABILITY SCANNER</vt:lpstr>
      <vt:lpstr>ABSTRACT</vt:lpstr>
      <vt:lpstr>INTRODUCTION</vt:lpstr>
      <vt:lpstr>PROBLEM STATEMENT</vt:lpstr>
      <vt:lpstr>LITERATURE REVIEW</vt:lpstr>
      <vt:lpstr>EXISTING SYSTEM</vt:lpstr>
      <vt:lpstr>PROPOSED SYSTEM</vt:lpstr>
      <vt:lpstr>FEATURES ADDED</vt:lpstr>
      <vt:lpstr> TECHNOLOGY STACK</vt:lpstr>
      <vt:lpstr>CONCLUSION</vt:lpstr>
      <vt:lpstr>REFERENCES</vt:lpstr>
      <vt:lpstr>THANKYOU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ERODE SENGUNTHAR ENGINEERING COLLEGE Perundurai, Erode – 638 057</dc:title>
  <dc:subject/>
  <dc:creator>Varghese_17</dc:creator>
  <cp:keywords/>
  <dc:description>generated using python-pptx</dc:description>
  <cp:lastModifiedBy>S0369709</cp:lastModifiedBy>
  <cp:revision>13</cp:revision>
  <dcterms:created xsi:type="dcterms:W3CDTF">2013-01-27T09:14:16Z</dcterms:created>
  <dcterms:modified xsi:type="dcterms:W3CDTF">2026-03-29T08:00:25Z</dcterms:modified>
  <cp:category/>
</cp:coreProperties>
</file>